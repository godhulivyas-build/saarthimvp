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234440"/>
            <a:ext cx="754380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1307592"/>
            <a:ext cx="7214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Digitising trust, transport &amp; trade for Bharat’s farmers.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18745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749808" y="281635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village to buyer — simply.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731520" y="3886200"/>
            <a:ext cx="6035040" cy="192024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41605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Godhuli Vyas — Founder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Pilot • Logistics + Market Access • Multilingual, voice-first UX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Deck •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lose value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gaps.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opacity, fragmented logistics, and weak trust kill outcomes for small farmers.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2926080"/>
            <a:ext cx="5577840" cy="233172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154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 reality (Bharat)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52044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Distress selling &amp; moisture cuts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 mandi waits + uncertain rates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transparent buyer discovery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High/unclear transport costs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Storage discovery is hard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0" y="1783080"/>
            <a:ext cx="4892040" cy="347472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pic>
        <p:nvPicPr>
          <p:cNvPr id="13" name="Image 1" descr="C:\Users\Godhuli Vyas\.cursor\projects\c-Users-Godhuli-Vyas-Downloads-Sarthi-main\assets\c__Users_Godhuli_Vyas_AppData_Roaming_Cursor_User_workspaceStorage_6103fa4e9568710c7340a85ba015319e_images_ChatGPT_Image_Apr_22__2026__10_55_03_PM-0dce0397-ae47-4b1b-b879-ffd58db2e6e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1892808"/>
            <a:ext cx="4672584" cy="30906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48272" y="5001768"/>
            <a:ext cx="4562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reality: mandi chaos + coordination gaps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5394960"/>
            <a:ext cx="24688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60120" y="5559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960120" y="5961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&amp; marginal farmers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60120" y="61813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context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337560" y="5394960"/>
            <a:ext cx="24688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66160" y="5559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₹2500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3566160" y="5961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quintal tractor trip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566160" y="61813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note (MP)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943600" y="5394960"/>
            <a:ext cx="24688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72200" y="55595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Moisture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6172200" y="5961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rates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172200" y="61813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opacity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549640" y="5394960"/>
            <a:ext cx="29260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778240" y="555955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8778240" y="5961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bottleneck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8778240" y="61813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feedback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pain points sourced from real farmer conversations (MP clusters).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 know this problem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went to the ground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building.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Field-first learning across farmers, traders, and transporters.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2834640"/>
            <a:ext cx="31546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9992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60120" y="34015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60120" y="36210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Farmers • traders • logistics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69080" y="2834640"/>
            <a:ext cx="31546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97680" y="29992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297680" y="34015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iterations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97680" y="36210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fast, improved from feedback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06640" y="2834640"/>
            <a:ext cx="40690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35240" y="2999232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 Pilot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635240" y="340156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geography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35240" y="362102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pilot beats broad launch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3886200"/>
            <a:ext cx="3611880" cy="25146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pic>
        <p:nvPicPr>
          <p:cNvPr id="22" name="Image 1" descr="C:\Users\Godhuli Vyas\Downloads\Sarthi-main\pitch\assets\field_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95928"/>
            <a:ext cx="3392424" cy="21305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96112" y="6144768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/ community sessions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26280" y="3886200"/>
            <a:ext cx="3611880" cy="25146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pic>
        <p:nvPicPr>
          <p:cNvPr id="25" name="Image 2" descr="C:\Users\Godhuli Vyas\.cursor\projects\c-Users-Godhuli-Vyas-Downloads-Sarthi-main\assets\c__Users_Godhuli_Vyas_AppData_Roaming_Cursor_User_workspaceStorage_6103fa4e9568710c7340a85ba015319e_images_ChatGPT_Image_Apr_22__2026__11_02_20_PM-5e6226cf-ae00-411c-9ccd-b85b4bdc1a0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3995928"/>
            <a:ext cx="3392424" cy="21305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90872" y="6144768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Mandi visits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21040" y="3886200"/>
            <a:ext cx="3154680" cy="25146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pic>
        <p:nvPicPr>
          <p:cNvPr id="28" name="Image 3" descr="C:\Users\Godhuli Vyas\.cursor\projects\c-Users-Godhuli-Vyas-Downloads-Sarthi-main\assets\c__Users_Godhuli_Vyas_AppData_Roaming_Cursor_User_workspaceStorage_6103fa4e9568710c7340a85ba015319e_images_Screenshot_2026-04-11_024815-5a68a971-9423-449f-89ad-4c4955fbdc0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995928"/>
            <a:ext cx="2935224" cy="21305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485632" y="6144768"/>
            <a:ext cx="28254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feedback proof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31520" y="2880360"/>
            <a:ext cx="3749040" cy="11430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05840" y="3063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need online slot booking—otherwise the whole day is wasted in mandi queues.”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1005840" y="3685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Deepak Patidar (Wheat farmer, MP)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617720" y="2880360"/>
            <a:ext cx="3749040" cy="11430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892040" y="3063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“Moisture checks cut rates. We want transparent testing and fair pricing.”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4892040" y="3685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Sandeep Mandloi (Wheat farmer, MP)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8503920" y="2880360"/>
            <a:ext cx="2971800" cy="11430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778240" y="306324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“Transport costs are heavy for small farmers—shared pickup would help.”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8778240" y="36850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Shubham Patel (Wheat farmer, MP)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+ testimonials embedded (photos + WhatsApp + farmer quotes).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for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+ booking + discovery.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Bharat-first workflow: demand → match → pickup → delivery → payment.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5806440" cy="29718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2004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56616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Farmer: list crop + accept buyer demand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Buyer: discover supply + place requests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Logistics: book pickup/drop like Uber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mandi prices + WhatsApp support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Multilingual + voice-first assistance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766560" y="2743200"/>
            <a:ext cx="4663440" cy="324612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E7E7E7"/>
            </a:solidFill>
            <a:prstDash val="solid"/>
          </a:ln>
        </p:spPr>
      </p:sp>
      <p:pic>
        <p:nvPicPr>
          <p:cNvPr id="13" name="Image 1" descr="C:\Users\Godhuli Vyas\Downloads\Sarthi-main\public\images\hero_far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880360"/>
            <a:ext cx="4206240" cy="2971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5870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UI (replace with latest screenshots)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trust + usability for Bharat’s first-time digital users.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 connects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 in real time.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flow: Maharashtra buyer → MP farmer → transporter → delivery → payment.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10744200" cy="29718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200400"/>
            <a:ext cx="10104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(investor-simple)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566160"/>
            <a:ext cx="101041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Buyer posts demand (qty, grade, location)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SAARTHI matches trusted supply (farmer availability)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Farmer confirms + negotiates (optional)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Transport booking: pickup → drop → driver assigned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Delivery updates + confirmation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Payment settlement (pilot-ready → real rails next)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pairs best with your 3D India-connection demo on the website.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+ timeline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iterated,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pilot.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execution with real user feedback loops.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5486400" cy="29718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200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Feb 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566160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Ground research in MP clusters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 v1 shipped (mandi + logistics + dashboards)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collected (WhatsApp + calls)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 v2 redesign (OTP + maps + improved UX)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readiness focus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0" y="2971800"/>
            <a:ext cx="5074920" cy="29718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20840" y="3200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9 months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20840" y="3566160"/>
            <a:ext cx="44348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Controlled pilot: onboarding farmers + transporters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Buyer network partnerships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Validate unit economics on routes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Trust layer: verification + simple dispute flow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cluster-by-cluster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31520" y="2606040"/>
            <a:ext cx="31546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2770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60120" y="3172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versions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3924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+ v2 shipped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69080" y="2606040"/>
            <a:ext cx="3154680" cy="105156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97680" y="2770632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4297680" y="317296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GTM ready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297680" y="339242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tracker notes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is execution + learning speed — not vanity metrics.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+ market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1430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revenue,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market.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 → prove operations → scale network effects.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5806440" cy="29718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20040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 (pilot-friendly)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566160"/>
            <a:ext cx="51663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Logistics booking fee (take-rate)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Buyer platform fee (B2B sourcing)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Trade commission (where applicable)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Premium services: scheduling, verification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keep farmer free / lowest friction.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766560" y="2971800"/>
            <a:ext cx="4709160" cy="29718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32004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86600" y="3566160"/>
            <a:ext cx="40690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Bharat-first UX: multilingual + voice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workflow: prices + buyers + logistics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Trust layer as product, not marketing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Cluster-based rollout (operationally realistic)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made-up numbers — replace market sizing with sourced figures when ready.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C:\Users\Godhuli Vyas\Downloads\Sarthi-main\public\images\saarthi_set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05156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502920"/>
            <a:ext cx="187452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57607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0" y="45720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ask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India can feed the world,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farmers deserve better systems.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606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SAARTHI aims to become the operating system for Bharat agriculture.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31520" y="3337560"/>
            <a:ext cx="6400800" cy="2377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5661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(next step)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393192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Pilot partners (farmer clusters + buyers)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Logistics partners (routes + fleets)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Mentors (agri ops + go-to-market)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believers (pre-seed / grants / angels)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60920" y="3337560"/>
            <a:ext cx="4114800" cy="237744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E7E7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80960" y="393192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Godhuli Vyas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SAARTHI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email)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phone / LinkedIn)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31520" y="5897880"/>
            <a:ext cx="3749040" cy="384048"/>
          </a:xfrm>
          <a:prstGeom prst="roundRect">
            <a:avLst/>
          </a:prstGeom>
          <a:solidFill>
            <a:srgbClr val="F3F7F2"/>
          </a:solidFill>
          <a:ln w="12700">
            <a:solidFill>
              <a:srgbClr val="D7E6D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5971032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building SAARTHI.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generated from your validated research + MVP tracker notes.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SAARTHI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SAARTHI — Pitch Deck</dc:title>
  <dc:subject>SAARTHI — Demo Day Pitch Deck</dc:subject>
  <dc:creator>Godhuli Vyas</dc:creator>
  <cp:lastModifiedBy>Godhuli Vyas</cp:lastModifiedBy>
  <cp:revision>1</cp:revision>
  <dcterms:created xsi:type="dcterms:W3CDTF">2026-04-23T16:12:53Z</dcterms:created>
  <dcterms:modified xsi:type="dcterms:W3CDTF">2026-04-23T16:12:53Z</dcterms:modified>
</cp:coreProperties>
</file>